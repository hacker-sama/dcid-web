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ede1350db494d" /><Relationship Type="http://schemas.openxmlformats.org/officeDocument/2006/relationships/extended-properties" Target="/docProps/app.xml" Id="Rf2df01cb7c774ec7" /><Relationship Type="http://schemas.openxmlformats.org/officeDocument/2006/relationships/officeDocument" Target="/ppt/presentation.xml" Id="R73cfde1e84824b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5d94dc40945e7"/>
  </p:sldMasterIdLst>
  <p:notesMasterIdLst>
    <p:notesMasterId xmlns:r="http://schemas.openxmlformats.org/officeDocument/2006/relationships" r:id="R68de82160ba3477c"/>
  </p:notesMasterIdLst>
  <p:sldIdLst>
    <p:sldId xmlns:r="http://schemas.openxmlformats.org/officeDocument/2006/relationships" id="256" r:id="R1de2bf42fb654b4a"/>
    <p:sldId xmlns:r="http://schemas.openxmlformats.org/officeDocument/2006/relationships" id="257" r:id="R5582085687d84ea1"/>
    <p:sldId xmlns:r="http://schemas.openxmlformats.org/officeDocument/2006/relationships" id="258" r:id="R24883615f170475c"/>
    <p:sldId xmlns:r="http://schemas.openxmlformats.org/officeDocument/2006/relationships" id="259" r:id="R35b49285e4d542bb"/>
    <p:sldId xmlns:r="http://schemas.openxmlformats.org/officeDocument/2006/relationships" id="260" r:id="Rf2ec896de46a4313"/>
    <p:sldId xmlns:r="http://schemas.openxmlformats.org/officeDocument/2006/relationships" id="261" r:id="R9694b25c3ef54b4f"/>
    <p:sldId xmlns:r="http://schemas.openxmlformats.org/officeDocument/2006/relationships" id="262" r:id="Rc1f0611ddd6349dc"/>
    <p:sldId xmlns:r="http://schemas.openxmlformats.org/officeDocument/2006/relationships" id="263" r:id="Ra86e4df5b34e4106"/>
    <p:sldId xmlns:r="http://schemas.openxmlformats.org/officeDocument/2006/relationships" id="264" r:id="Rac47fa7760fb4eec"/>
    <p:sldId xmlns:r="http://schemas.openxmlformats.org/officeDocument/2006/relationships" id="265" r:id="R3c2383e9d4eb4f58"/>
    <p:sldId xmlns:r="http://schemas.openxmlformats.org/officeDocument/2006/relationships" id="266" r:id="Rc03f0a7ffde744c0"/>
    <p:sldId xmlns:r="http://schemas.openxmlformats.org/officeDocument/2006/relationships" id="267" r:id="Re5ab602c9b034ea8"/>
    <p:sldId xmlns:r="http://schemas.openxmlformats.org/officeDocument/2006/relationships" id="268" r:id="R3f05f141d0304f27"/>
    <p:sldId xmlns:r="http://schemas.openxmlformats.org/officeDocument/2006/relationships" id="269" r:id="R653b1f53474b4651"/>
    <p:sldId xmlns:r="http://schemas.openxmlformats.org/officeDocument/2006/relationships" id="270" r:id="R7809bc769380414a"/>
    <p:sldId xmlns:r="http://schemas.openxmlformats.org/officeDocument/2006/relationships" id="271" r:id="R3ad63c73435c44a4"/>
    <p:sldId xmlns:r="http://schemas.openxmlformats.org/officeDocument/2006/relationships" id="272" r:id="Rde96b5c165d74a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5640836ea4357" /><Relationship Type="http://schemas.openxmlformats.org/officeDocument/2006/relationships/slideMaster" Target="/ppt/slideMasters/slideMaster1.xml" Id="R7b25d94dc40945e7" /><Relationship Type="http://schemas.openxmlformats.org/officeDocument/2006/relationships/notesMaster" Target="/ppt/notesMasters/notesMaster1.xml" Id="R68de82160ba3477c" /><Relationship Type="http://schemas.openxmlformats.org/officeDocument/2006/relationships/presProps" Target="/ppt/presProps.xml" Id="R644469e06ffe4035" /><Relationship Type="http://schemas.openxmlformats.org/officeDocument/2006/relationships/tableStyles" Target="/ppt/tableStyles.xml" Id="Re2effbdb712d4a03" /><Relationship Type="http://schemas.openxmlformats.org/officeDocument/2006/relationships/slide" Target="/ppt/slides/slide1.xml" Id="R1de2bf42fb654b4a" /><Relationship Type="http://schemas.openxmlformats.org/officeDocument/2006/relationships/slide" Target="/ppt/slides/slide2.xml" Id="R5582085687d84ea1" /><Relationship Type="http://schemas.openxmlformats.org/officeDocument/2006/relationships/slide" Target="/ppt/slides/slide3.xml" Id="R24883615f170475c" /><Relationship Type="http://schemas.openxmlformats.org/officeDocument/2006/relationships/slide" Target="/ppt/slides/slide4.xml" Id="R35b49285e4d542bb" /><Relationship Type="http://schemas.openxmlformats.org/officeDocument/2006/relationships/slide" Target="/ppt/slides/slide5.xml" Id="Rf2ec896de46a4313" /><Relationship Type="http://schemas.openxmlformats.org/officeDocument/2006/relationships/slide" Target="/ppt/slides/slide6.xml" Id="R9694b25c3ef54b4f" /><Relationship Type="http://schemas.openxmlformats.org/officeDocument/2006/relationships/slide" Target="/ppt/slides/slide7.xml" Id="Rc1f0611ddd6349dc" /><Relationship Type="http://schemas.openxmlformats.org/officeDocument/2006/relationships/slide" Target="/ppt/slides/slide8.xml" Id="Ra86e4df5b34e4106" /><Relationship Type="http://schemas.openxmlformats.org/officeDocument/2006/relationships/slide" Target="/ppt/slides/slide9.xml" Id="Rac47fa7760fb4eec" /><Relationship Type="http://schemas.openxmlformats.org/officeDocument/2006/relationships/slide" Target="/ppt/slides/slide10.xml" Id="R3c2383e9d4eb4f58" /><Relationship Type="http://schemas.openxmlformats.org/officeDocument/2006/relationships/slide" Target="/ppt/slides/slide11.xml" Id="Rc03f0a7ffde744c0" /><Relationship Type="http://schemas.openxmlformats.org/officeDocument/2006/relationships/slide" Target="/ppt/slides/slide12.xml" Id="Re5ab602c9b034ea8" /><Relationship Type="http://schemas.openxmlformats.org/officeDocument/2006/relationships/slide" Target="/ppt/slides/slide13.xml" Id="R3f05f141d0304f27" /><Relationship Type="http://schemas.openxmlformats.org/officeDocument/2006/relationships/slide" Target="/ppt/slides/slide14.xml" Id="R653b1f53474b4651" /><Relationship Type="http://schemas.openxmlformats.org/officeDocument/2006/relationships/slide" Target="/ppt/slides/slide15.xml" Id="R7809bc769380414a" /><Relationship Type="http://schemas.openxmlformats.org/officeDocument/2006/relationships/slide" Target="/ppt/slides/slide16.xml" Id="R3ad63c73435c44a4" /><Relationship Type="http://schemas.openxmlformats.org/officeDocument/2006/relationships/slide" Target="/ppt/slides/slide17.xml" Id="Rde96b5c165d74a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a66a04fa09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7c38bc1704de2" /><Relationship Type="http://schemas.openxmlformats.org/officeDocument/2006/relationships/notesMaster" Target="/ppt/notesMasters/notesMaster1.xml" Id="Rd56096cd223d4e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f9766f8334581" /><Relationship Type="http://schemas.openxmlformats.org/officeDocument/2006/relationships/notesMaster" Target="/ppt/notesMasters/notesMaster1.xml" Id="R65397a005f9f48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873e253b774e3a" /><Relationship Type="http://schemas.openxmlformats.org/officeDocument/2006/relationships/notesMaster" Target="/ppt/notesMasters/notesMaster1.xml" Id="R79178e35f9d9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da32123a14454" /><Relationship Type="http://schemas.openxmlformats.org/officeDocument/2006/relationships/notesMaster" Target="/ppt/notesMasters/notesMaster1.xml" Id="Ra95cfcd7b8c143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bb90f2c32c4d10" /><Relationship Type="http://schemas.openxmlformats.org/officeDocument/2006/relationships/notesMaster" Target="/ppt/notesMasters/notesMaster1.xml" Id="Rc8e0cb0ebe0f48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eefe7f802426a" /><Relationship Type="http://schemas.openxmlformats.org/officeDocument/2006/relationships/notesMaster" Target="/ppt/notesMasters/notesMaster1.xml" Id="Rbe3a6afd8253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8d08ea320141f8" /><Relationship Type="http://schemas.openxmlformats.org/officeDocument/2006/relationships/notesMaster" Target="/ppt/notesMasters/notesMaster1.xml" Id="Rab04e08bb1dc4b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1bc1b0a35a4d4b" /><Relationship Type="http://schemas.openxmlformats.org/officeDocument/2006/relationships/notesMaster" Target="/ppt/notesMasters/notesMaster1.xml" Id="R8f07f6e4c3cb41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e7b086ab7a4518" /><Relationship Type="http://schemas.openxmlformats.org/officeDocument/2006/relationships/notesMaster" Target="/ppt/notesMasters/notesMaster1.xml" Id="R7f8d5b5cf84a4e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66282a96694edb" /><Relationship Type="http://schemas.openxmlformats.org/officeDocument/2006/relationships/notesMaster" Target="/ppt/notesMasters/notesMaster1.xml" Id="R9019e317dd7f46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35754006d1473c" /><Relationship Type="http://schemas.openxmlformats.org/officeDocument/2006/relationships/notesMaster" Target="/ppt/notesMasters/notesMaster1.xml" Id="R9bd6c30dacb14b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9066f4b76944fb" /><Relationship Type="http://schemas.openxmlformats.org/officeDocument/2006/relationships/notesMaster" Target="/ppt/notesMasters/notesMaster1.xml" Id="R3094b1154e604e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1a66c7180d4acc" /><Relationship Type="http://schemas.openxmlformats.org/officeDocument/2006/relationships/notesMaster" Target="/ppt/notesMasters/notesMaster1.xml" Id="R684f6d010f0548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4fe199e2e34501" /><Relationship Type="http://schemas.openxmlformats.org/officeDocument/2006/relationships/notesMaster" Target="/ppt/notesMasters/notesMaster1.xml" Id="Rc0d873e8212041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1f9563578040a7" /><Relationship Type="http://schemas.openxmlformats.org/officeDocument/2006/relationships/notesMaster" Target="/ppt/notesMasters/notesMaster1.xml" Id="R6dd3c4813ef345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4aa9a22af74f79" /><Relationship Type="http://schemas.openxmlformats.org/officeDocument/2006/relationships/notesMaster" Target="/ppt/notesMasters/notesMaster1.xml" Id="Rc5ec6599ba424b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2f98ca5af84689" /><Relationship Type="http://schemas.openxmlformats.org/officeDocument/2006/relationships/notesMaster" Target="/ppt/notesMasters/notesMaster1.xml" Id="Rf1a84fd8e4d44d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render từ Mermaid kiến trúc tổng thể. Đọc từ trái sang phải: Client → Governance → AI → các kho lưu trữ; callback quay lại Backend để cập nhật trạng thái.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2.1, lines 45-98)</a:t>
            </a:r>
          </a:p>
          <a:p xmlns:a="http://schemas.openxmlformats.org/drawingml/2006/main">
            <a:r>
              <a:t>- C:/project/new/dcid-web/docs/ARCHITECTURE.md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render từ Mermaid sequence ingestion. Backend trả nhận yêu cầu sớm; Celery xử lý OCR, chunk, embedding và Qdrant trước khi callback READY/FAILED.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A2, lines 277-306)</a:t>
            </a:r>
          </a:p>
          <a:p xmlns:a="http://schemas.openxmlformats.org/drawingml/2006/main">
            <a:r>
              <a:t>- C:/project/new/dcid-web/docs/ai_processing.puml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render từ Mermaid guardrail. Thiếu bằng chứng thì khóa; đủ bằng chứng thì giữ nguyên số liệu hoặc gọi Local LLM/VLM rồi gắn citation trang, bbox và snippet.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5.4, lines 384-399)</a:t>
            </a:r>
          </a:p>
          <a:p xmlns:a="http://schemas.openxmlformats.org/drawingml/2006/main">
            <a:r>
              <a:t>- C:/project/new/dcid-web/docs/ai_sequence.puml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ERD render từ Mermaid trong báo cáo và docs/ERD.md. Trục chính là documents → document_versions → document_pages; query_logs và work_orders cùng tham chiếu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3.2, lines 123-220)</a:t>
            </a:r>
          </a:p>
          <a:p xmlns:a="http://schemas.openxmlformats.org/drawingml/2006/main">
            <a:r>
              <a:t>- C:/project/new/dcid-web/docs/ERD.md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machine render từ Mermaid. Chỉ version ACTIVE được retrieval và database bảo đảm tối đa một ACTIVE trên mỗi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C:/Users/HACOM/Downloads/report_presentation (1).md (Mermaid 3.3, lines 224-235)</a:t>
            </a:r>
          </a:p>
          <a:p xmlns:a="http://schemas.openxmlformats.org/drawingml/2006/main">
            <a:r>
              <a:t>- C:/project/new/dcid-web/docs/ERD.md (section 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90664bb1d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d278b3f06848b7" /><Relationship Type="http://schemas.openxmlformats.org/officeDocument/2006/relationships/slideLayout" Target="/ppt/slideLayouts/slideLayout1.xml" Id="Rb5a4efb2eefb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4efb2eefb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a058042e14a63" /><Relationship Type="http://schemas.openxmlformats.org/officeDocument/2006/relationships/image" Target="/ppt/media/image.png" Id="R059b5c512dbf4217" /><Relationship Type="http://schemas.openxmlformats.org/officeDocument/2006/relationships/image" Target="/ppt/media/image2.png" Id="Rd07a51754dbe455b" /><Relationship Type="http://schemas.openxmlformats.org/officeDocument/2006/relationships/notesSlide" Target="/ppt/notesSlides/notesSlide1.xml" Id="Rcf726fbc43d34e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aef9038042c1" /><Relationship Type="http://schemas.openxmlformats.org/officeDocument/2006/relationships/notesSlide" Target="/ppt/notesSlides/notesSlide2.xml" Id="R5a4d9cf42da04c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35229ae754d98" /><Relationship Type="http://schemas.openxmlformats.org/officeDocument/2006/relationships/notesSlide" Target="/ppt/notesSlides/notesSlide3.xml" Id="Ra60c8c8ba84b46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47ed8a0a14060" /><Relationship Type="http://schemas.openxmlformats.org/officeDocument/2006/relationships/notesSlide" Target="/ppt/notesSlides/notesSlide4.xml" Id="R020da26ba5a94a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bf42f96524832" /><Relationship Type="http://schemas.openxmlformats.org/officeDocument/2006/relationships/notesSlide" Target="/ppt/notesSlides/notesSlide5.xml" Id="Rdd4dea0b197a49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a969450de454d" /><Relationship Type="http://schemas.openxmlformats.org/officeDocument/2006/relationships/notesSlide" Target="/ppt/notesSlides/notesSlide6.xml" Id="R7a4a614fdc9f42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57121f1304fca" /><Relationship Type="http://schemas.openxmlformats.org/officeDocument/2006/relationships/image" Target="/ppt/media/image3.png" Id="Rfb1dc4b7181042ed" /><Relationship Type="http://schemas.openxmlformats.org/officeDocument/2006/relationships/notesSlide" Target="/ppt/notesSlides/notesSlide7.xml" Id="R98434d91d06c45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b92dca4244d1b" /><Relationship Type="http://schemas.openxmlformats.org/officeDocument/2006/relationships/notesSlide" Target="/ppt/notesSlides/notesSlide8.xml" Id="R180d2fa78b2648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67743de3e4620" /><Relationship Type="http://schemas.openxmlformats.org/officeDocument/2006/relationships/notesSlide" Target="/ppt/notesSlides/notesSlide9.xml" Id="R4d8de7a7d65243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265eafeae4e6e" /><Relationship Type="http://schemas.openxmlformats.org/officeDocument/2006/relationships/image" Target="/ppt/media/image4.png" Id="Rce400f91ca304dee" /><Relationship Type="http://schemas.openxmlformats.org/officeDocument/2006/relationships/notesSlide" Target="/ppt/notesSlides/notesSlide10.xml" Id="Rb8fe1e72fb0e4d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73f34a5b4b42" /><Relationship Type="http://schemas.openxmlformats.org/officeDocument/2006/relationships/notesSlide" Target="/ppt/notesSlides/notesSlide11.xml" Id="Rf541527ca0e440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9d394d4d945c8" /><Relationship Type="http://schemas.openxmlformats.org/officeDocument/2006/relationships/image" Target="/ppt/media/image5.png" Id="R7a1d47d182dd4949" /><Relationship Type="http://schemas.openxmlformats.org/officeDocument/2006/relationships/notesSlide" Target="/ppt/notesSlides/notesSlide12.xml" Id="R7304fb1210584a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f224a2bc44cc1" /><Relationship Type="http://schemas.openxmlformats.org/officeDocument/2006/relationships/notesSlide" Target="/ppt/notesSlides/notesSlide13.xml" Id="R6376ed46db5c4d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f88e8f8cb4337" /><Relationship Type="http://schemas.openxmlformats.org/officeDocument/2006/relationships/image" Target="/ppt/media/image6.png" Id="R4273eaeaa0794ff1" /><Relationship Type="http://schemas.openxmlformats.org/officeDocument/2006/relationships/notesSlide" Target="/ppt/notesSlides/notesSlide14.xml" Id="R157973bbbbcd4e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7b21627eb401e" /><Relationship Type="http://schemas.openxmlformats.org/officeDocument/2006/relationships/image" Target="/ppt/media/image7.png" Id="R286224fad8314067" /><Relationship Type="http://schemas.openxmlformats.org/officeDocument/2006/relationships/notesSlide" Target="/ppt/notesSlides/notesSlide15.xml" Id="R51d82d616e394b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b37814e8a473f" /><Relationship Type="http://schemas.openxmlformats.org/officeDocument/2006/relationships/notesSlide" Target="/ppt/notesSlides/notesSlide16.xml" Id="R91fa7a648f5447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e0b201f68470f" /><Relationship Type="http://schemas.openxmlformats.org/officeDocument/2006/relationships/notesSlide" Target="/ppt/notesSlides/notesSlide17.xml" Id="Rfb5675574c484f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b5c512dbf4217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a51754dbe455b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Nhóm DCID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Hải Đông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Leader · Backend ·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Điều phối · Auth/RBAC · version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Lê Nhật Huy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Phó nhóm · AI/RAG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tích hợp Backend–AI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Anh Vũ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/ Full-stack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· dữ liệu · tích hợp giao diện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Nguyễn Minh Hà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· Evaluation · Tài liệu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chuẩn hóa tài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Dương Anh Vũ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2/17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3/17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Kiến trúc công nghệ: mỗi tầng một trách nhiệm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dc4b7181042ed"/>
          <a:stretch xmlns:a="http://schemas.openxmlformats.org/drawingml/2006/main"/>
        </p:blipFill>
        <p:spPr>
          <a:xfrm xmlns:a="http://schemas.openxmlformats.org/drawingml/2006/main">
            <a:off x="476250" y="2753643"/>
            <a:ext cx="11239500" cy="20650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AI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ingest chạy bất đồng bộ, có callback trạng thái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10/17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0f91ca304dee"/>
          <a:stretch xmlns:a="http://schemas.openxmlformats.org/drawingml/2006/main"/>
        </p:blipFill>
        <p:spPr>
          <a:xfrm xmlns:a="http://schemas.openxmlformats.org/drawingml/2006/main">
            <a:off x="476250" y="2336817"/>
            <a:ext cx="11239500" cy="28987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AI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qua quyền và guardrail trước khi sinh đáp 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12/17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d47d182dd4949"/>
          <a:stretch xmlns:a="http://schemas.openxmlformats.org/drawingml/2006/main"/>
        </p:blipFill>
        <p:spPr>
          <a:xfrm xmlns:a="http://schemas.openxmlformats.org/drawingml/2006/main">
            <a:off x="476250" y="2343164"/>
            <a:ext cx="11239500" cy="28860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ERD quan hệ: version là trục của tài liệu và truy vấn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14/17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3eaeaa0794ff1"/>
          <a:stretch xmlns:a="http://schemas.openxmlformats.org/drawingml/2006/main"/>
        </p:blipFill>
        <p:spPr>
          <a:xfrm xmlns:a="http://schemas.openxmlformats.org/drawingml/2006/main">
            <a:off x="476250" y="1638580"/>
            <a:ext cx="11239500" cy="4295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Vòng đời version kiểm soát tài liệu hiệu lực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15/17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224fad8314067"/>
          <a:stretch xmlns:a="http://schemas.openxmlformats.org/drawingml/2006/main"/>
        </p:blipFill>
        <p:spPr>
          <a:xfrm xmlns:a="http://schemas.openxmlformats.org/drawingml/2006/main">
            <a:off x="476250" y="2176011"/>
            <a:ext cx="11239500" cy="3220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16/17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17/17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2026-08-19T15:24:13.7230000Z</dcterms:created>
  <dcterms:modified xsi:type="dcterms:W3CDTF">2026-08-19T15:24:13.7230000Z</dcterms:modified>
</coreProperties>
</file>