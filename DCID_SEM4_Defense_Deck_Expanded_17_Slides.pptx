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a3924c48f84481" /><Relationship Type="http://schemas.openxmlformats.org/officeDocument/2006/relationships/extended-properties" Target="/docProps/app.xml" Id="R82e2c6d6c72040e3" /><Relationship Type="http://schemas.openxmlformats.org/officeDocument/2006/relationships/officeDocument" Target="/ppt/presentation.xml" Id="Recfad8c6276a45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c39e253e9b40df"/>
  </p:sldMasterIdLst>
  <p:notesMasterIdLst>
    <p:notesMasterId xmlns:r="http://schemas.openxmlformats.org/officeDocument/2006/relationships" r:id="R1b0f953e7f7e4aa6"/>
  </p:notesMasterIdLst>
  <p:sldIdLst>
    <p:sldId xmlns:r="http://schemas.openxmlformats.org/officeDocument/2006/relationships" id="256" r:id="Re392413d77f7457b"/>
    <p:sldId xmlns:r="http://schemas.openxmlformats.org/officeDocument/2006/relationships" id="257" r:id="Rd68f6ecbd0824e3b"/>
    <p:sldId xmlns:r="http://schemas.openxmlformats.org/officeDocument/2006/relationships" id="258" r:id="R9bbb683a70d34605"/>
    <p:sldId xmlns:r="http://schemas.openxmlformats.org/officeDocument/2006/relationships" id="259" r:id="R391f4ac7973546f3"/>
    <p:sldId xmlns:r="http://schemas.openxmlformats.org/officeDocument/2006/relationships" id="260" r:id="R9611d70737d944c9"/>
    <p:sldId xmlns:r="http://schemas.openxmlformats.org/officeDocument/2006/relationships" id="261" r:id="R9168c3d91b9c473d"/>
    <p:sldId xmlns:r="http://schemas.openxmlformats.org/officeDocument/2006/relationships" id="262" r:id="R40dc17e97dfa4daa"/>
    <p:sldId xmlns:r="http://schemas.openxmlformats.org/officeDocument/2006/relationships" id="263" r:id="Rb63d1e288376473a"/>
    <p:sldId xmlns:r="http://schemas.openxmlformats.org/officeDocument/2006/relationships" id="264" r:id="R505a0dd003a44044"/>
    <p:sldId xmlns:r="http://schemas.openxmlformats.org/officeDocument/2006/relationships" id="265" r:id="Rf510b4c26815491d"/>
    <p:sldId xmlns:r="http://schemas.openxmlformats.org/officeDocument/2006/relationships" id="266" r:id="Rad9d21441f514779"/>
    <p:sldId xmlns:r="http://schemas.openxmlformats.org/officeDocument/2006/relationships" id="267" r:id="R01da7ec12ed6454d"/>
    <p:sldId xmlns:r="http://schemas.openxmlformats.org/officeDocument/2006/relationships" id="268" r:id="R3dac3822ce294146"/>
    <p:sldId xmlns:r="http://schemas.openxmlformats.org/officeDocument/2006/relationships" id="269" r:id="R7fc76ec3b7304b52"/>
    <p:sldId xmlns:r="http://schemas.openxmlformats.org/officeDocument/2006/relationships" id="270" r:id="R91ec4e8e787d4d7d"/>
    <p:sldId xmlns:r="http://schemas.openxmlformats.org/officeDocument/2006/relationships" id="271" r:id="R3e123651598f46ea"/>
    <p:sldId xmlns:r="http://schemas.openxmlformats.org/officeDocument/2006/relationships" id="272" r:id="R6379be294f444c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5edda1937c4a38" /><Relationship Type="http://schemas.openxmlformats.org/officeDocument/2006/relationships/slideMaster" Target="/ppt/slideMasters/slideMaster1.xml" Id="Rfcc39e253e9b40df" /><Relationship Type="http://schemas.openxmlformats.org/officeDocument/2006/relationships/notesMaster" Target="/ppt/notesMasters/notesMaster1.xml" Id="R1b0f953e7f7e4aa6" /><Relationship Type="http://schemas.openxmlformats.org/officeDocument/2006/relationships/presProps" Target="/ppt/presProps.xml" Id="R600f564536bb4afe" /><Relationship Type="http://schemas.openxmlformats.org/officeDocument/2006/relationships/tableStyles" Target="/ppt/tableStyles.xml" Id="Rb5b237a4d1244b5d" /><Relationship Type="http://schemas.openxmlformats.org/officeDocument/2006/relationships/slide" Target="/ppt/slides/slide1.xml" Id="Re392413d77f7457b" /><Relationship Type="http://schemas.openxmlformats.org/officeDocument/2006/relationships/slide" Target="/ppt/slides/slide2.xml" Id="Rd68f6ecbd0824e3b" /><Relationship Type="http://schemas.openxmlformats.org/officeDocument/2006/relationships/slide" Target="/ppt/slides/slide3.xml" Id="R9bbb683a70d34605" /><Relationship Type="http://schemas.openxmlformats.org/officeDocument/2006/relationships/slide" Target="/ppt/slides/slide4.xml" Id="R391f4ac7973546f3" /><Relationship Type="http://schemas.openxmlformats.org/officeDocument/2006/relationships/slide" Target="/ppt/slides/slide5.xml" Id="R9611d70737d944c9" /><Relationship Type="http://schemas.openxmlformats.org/officeDocument/2006/relationships/slide" Target="/ppt/slides/slide6.xml" Id="R9168c3d91b9c473d" /><Relationship Type="http://schemas.openxmlformats.org/officeDocument/2006/relationships/slide" Target="/ppt/slides/slide7.xml" Id="R40dc17e97dfa4daa" /><Relationship Type="http://schemas.openxmlformats.org/officeDocument/2006/relationships/slide" Target="/ppt/slides/slide8.xml" Id="Rb63d1e288376473a" /><Relationship Type="http://schemas.openxmlformats.org/officeDocument/2006/relationships/slide" Target="/ppt/slides/slide9.xml" Id="R505a0dd003a44044" /><Relationship Type="http://schemas.openxmlformats.org/officeDocument/2006/relationships/slide" Target="/ppt/slides/slide10.xml" Id="Rf510b4c26815491d" /><Relationship Type="http://schemas.openxmlformats.org/officeDocument/2006/relationships/slide" Target="/ppt/slides/slide11.xml" Id="Rad9d21441f514779" /><Relationship Type="http://schemas.openxmlformats.org/officeDocument/2006/relationships/slide" Target="/ppt/slides/slide12.xml" Id="R01da7ec12ed6454d" /><Relationship Type="http://schemas.openxmlformats.org/officeDocument/2006/relationships/slide" Target="/ppt/slides/slide13.xml" Id="R3dac3822ce294146" /><Relationship Type="http://schemas.openxmlformats.org/officeDocument/2006/relationships/slide" Target="/ppt/slides/slide14.xml" Id="R7fc76ec3b7304b52" /><Relationship Type="http://schemas.openxmlformats.org/officeDocument/2006/relationships/slide" Target="/ppt/slides/slide15.xml" Id="R91ec4e8e787d4d7d" /><Relationship Type="http://schemas.openxmlformats.org/officeDocument/2006/relationships/slide" Target="/ppt/slides/slide16.xml" Id="R3e123651598f46ea" /><Relationship Type="http://schemas.openxmlformats.org/officeDocument/2006/relationships/slide" Target="/ppt/slides/slide17.xml" Id="R6379be294f444c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1361676c3d49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dcec5e8c90422a" /><Relationship Type="http://schemas.openxmlformats.org/officeDocument/2006/relationships/notesMaster" Target="/ppt/notesMasters/notesMaster1.xml" Id="Rcf9a827b64ce4f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957e6b75784b42" /><Relationship Type="http://schemas.openxmlformats.org/officeDocument/2006/relationships/notesMaster" Target="/ppt/notesMasters/notesMaster1.xml" Id="R4954291f70fc48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ec651ecf8946bb" /><Relationship Type="http://schemas.openxmlformats.org/officeDocument/2006/relationships/notesMaster" Target="/ppt/notesMasters/notesMaster1.xml" Id="R360a0f83fa054f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bc4131bfa476f" /><Relationship Type="http://schemas.openxmlformats.org/officeDocument/2006/relationships/notesMaster" Target="/ppt/notesMasters/notesMaster1.xml" Id="Re3725956d229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ec60a4a35a489b" /><Relationship Type="http://schemas.openxmlformats.org/officeDocument/2006/relationships/notesMaster" Target="/ppt/notesMasters/notesMaster1.xml" Id="R15c27749f60145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dcfe52268d40b7" /><Relationship Type="http://schemas.openxmlformats.org/officeDocument/2006/relationships/notesMaster" Target="/ppt/notesMasters/notesMaster1.xml" Id="Rb9fa38700c564f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29e7495a864ac2" /><Relationship Type="http://schemas.openxmlformats.org/officeDocument/2006/relationships/notesMaster" Target="/ppt/notesMasters/notesMaster1.xml" Id="Rc242ce10ae8e47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95a8835fbc4669" /><Relationship Type="http://schemas.openxmlformats.org/officeDocument/2006/relationships/notesMaster" Target="/ppt/notesMasters/notesMaster1.xml" Id="R310d121ff05b48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b0f75bcfd94da6" /><Relationship Type="http://schemas.openxmlformats.org/officeDocument/2006/relationships/notesMaster" Target="/ppt/notesMasters/notesMaster1.xml" Id="Rfaaa3cda89254c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4ece7d00974f60" /><Relationship Type="http://schemas.openxmlformats.org/officeDocument/2006/relationships/notesMaster" Target="/ppt/notesMasters/notesMaster1.xml" Id="Rafb06ab83e7241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4b6993c3ba4e37" /><Relationship Type="http://schemas.openxmlformats.org/officeDocument/2006/relationships/notesMaster" Target="/ppt/notesMasters/notesMaster1.xml" Id="Rf9f4851958864b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e9e1c6b984415b" /><Relationship Type="http://schemas.openxmlformats.org/officeDocument/2006/relationships/notesMaster" Target="/ppt/notesMasters/notesMaster1.xml" Id="Re53a0a6f370a41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abe94073074b9b" /><Relationship Type="http://schemas.openxmlformats.org/officeDocument/2006/relationships/notesMaster" Target="/ppt/notesMasters/notesMaster1.xml" Id="Rb54ec6070c004b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e8a425af1d4fc2" /><Relationship Type="http://schemas.openxmlformats.org/officeDocument/2006/relationships/notesMaster" Target="/ppt/notesMasters/notesMaster1.xml" Id="Rf0cf61b5b44c4a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06648c4159441e" /><Relationship Type="http://schemas.openxmlformats.org/officeDocument/2006/relationships/notesMaster" Target="/ppt/notesMasters/notesMaster1.xml" Id="R6ba3adde2aba48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8ce4f2364d4b0a" /><Relationship Type="http://schemas.openxmlformats.org/officeDocument/2006/relationships/notesMaster" Target="/ppt/notesMasters/notesMaster1.xml" Id="R621844d59e304e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b41e6c20864e37" /><Relationship Type="http://schemas.openxmlformats.org/officeDocument/2006/relationships/notesMaster" Target="/ppt/notesMasters/notesMaster1.xml" Id="Rbae694abebb342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từng hàng từ giao diện tới RAG để nhấn mạnh: mỗi công nghệ tồn tại vì một trách nhiệm cụ thể, không phải để làm phong phú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C:/project/new/dcid-web/docs/ARCHITECTURE.md (B2, B6)</a:t>
            </a:r>
          </a:p>
          <a:p xmlns:a="http://schemas.openxmlformats.org/drawingml/2006/main">
            <a:r>
              <a:t>- C:/project/new/dcid-web/dcid-ai/README.md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Luồng ingest trả 202 sớm. Celery xử lý OCR/chunk/embed; Backend chỉ chuyển trạng thái khi nhận callback READY hoặc 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C:/project/new/dcid-web/docs/ARCHITECTURE.md (4.1, B5)</a:t>
            </a:r>
          </a:p>
          <a:p xmlns:a="http://schemas.openxmlformats.org/drawingml/2006/main">
            <a:r>
              <a:t>- C:/project/new/dcid-web/docs/API-CONTRACT.md (ingest contract)</a:t>
            </a:r>
          </a:p>
          <a:p xmlns:a="http://schemas.openxmlformats.org/drawingml/2006/main">
            <a:r>
              <a:t>- C:/project/new/dcid-web/dcid-backend/src/main/resources/db/migration/V2__documents.sql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hai nhánh: đủ bằng chứng thì trả đáp án có citation; thiếu bằng chứng thì locked hoặc yêu cầu kiểm tra tài liệu gốc.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C:/project/new/dcid-web/docs/ARCHITECTURE.md (4.2, B5)</a:t>
            </a:r>
          </a:p>
          <a:p xmlns:a="http://schemas.openxmlformats.org/drawingml/2006/main">
            <a:r>
              <a:t>- C:/project/new/dcid-web/docs/API-CONTRACT.md (query contract)</a:t>
            </a:r>
          </a:p>
          <a:p xmlns:a="http://schemas.openxmlformats.org/drawingml/2006/main">
            <a:r>
              <a:t>- C:/project/new/dcid-web/dcid-backend/src/main/resources/db/migration/V3__query_logs.sql</a:t>
            </a:r>
          </a:p>
          <a:p xmlns:a="http://schemas.openxmlformats.org/drawingml/2006/main">
            <a:r>
              <a:t>- C:/project/new/dcid-web/dcid-backend/src/main/resources/db/migration/V6__query_feedback.sql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ERD theo trục documents → document_versions → document_pages. Query log nối người dùng với version được match; guest session là nhánh truy vấn ẩn danh.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C:/project/new/dcid-web/dcid-backend/src/main/resources/db/migration/V1__init.sql</a:t>
            </a:r>
          </a:p>
          <a:p xmlns:a="http://schemas.openxmlformats.org/drawingml/2006/main">
            <a:r>
              <a:t>- C:/project/new/dcid-web/dcid-backend/src/main/resources/db/migration/V2__documents.sql</a:t>
            </a:r>
          </a:p>
          <a:p xmlns:a="http://schemas.openxmlformats.org/drawingml/2006/main">
            <a:r>
              <a:t>- C:/project/new/dcid-web/dcid-backend/src/main/resources/db/migration/V3__query_logs.sql</a:t>
            </a:r>
          </a:p>
          <a:p xmlns:a="http://schemas.openxmlformats.org/drawingml/2006/main">
            <a:r>
              <a:t>- C:/project/new/dcid-web/dcid-backend/src/main/resources/db/migration/V4__work_orders.sql</a:t>
            </a:r>
          </a:p>
          <a:p xmlns:a="http://schemas.openxmlformats.org/drawingml/2006/main">
            <a:r>
              <a:t>- C:/project/new/dcid-web/dcid-backend/src/main/resources/db/migration/V5__guest_sessions.sql</a:t>
            </a:r>
          </a:p>
          <a:p xmlns:a="http://schemas.openxmlformats.org/drawingml/2006/main">
            <a:r>
              <a:t>- C:/project/new/dcid-web/dcid-backend/src/main/resources/db/migration/V6__query_feedback.sql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Phân biệt nguồn sự thật: PostgreSQL giữ nghiệp vụ, MinIO giữ file/bằng chứng, Qdrant giữ chỉ mục vector, Redis chỉ giữ trạng thái tạm và hàng đợi.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C:/project/new/dcid-web/docs/ARCHITECTURE.md (2, 3, B7)</a:t>
            </a:r>
          </a:p>
          <a:p xmlns:a="http://schemas.openxmlformats.org/drawingml/2006/main">
            <a:r>
              <a:t>- C:/project/new/dcid-web/docs/API-CONTRACT.md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2e0127dbe42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7c75b3ef57468c" /><Relationship Type="http://schemas.openxmlformats.org/officeDocument/2006/relationships/slideLayout" Target="/ppt/slideLayouts/slideLayout1.xml" Id="R668d32f3389d48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d32f3389d48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500e92a284cd0" /><Relationship Type="http://schemas.openxmlformats.org/officeDocument/2006/relationships/image" Target="/ppt/media/image.png" Id="R5b9367a4cd3349d7" /><Relationship Type="http://schemas.openxmlformats.org/officeDocument/2006/relationships/image" Target="/ppt/media/image2.png" Id="R81f990a11f3344bf" /><Relationship Type="http://schemas.openxmlformats.org/officeDocument/2006/relationships/notesSlide" Target="/ppt/notesSlides/notesSlide1.xml" Id="Rc4c75320543f4e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7282e147649cc" /><Relationship Type="http://schemas.openxmlformats.org/officeDocument/2006/relationships/notesSlide" Target="/ppt/notesSlides/notesSlide2.xml" Id="Rbc42ff6eac604e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3c21ef5da41db" /><Relationship Type="http://schemas.openxmlformats.org/officeDocument/2006/relationships/notesSlide" Target="/ppt/notesSlides/notesSlide3.xml" Id="R80844e46a89d46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9796d808e4f8c" /><Relationship Type="http://schemas.openxmlformats.org/officeDocument/2006/relationships/notesSlide" Target="/ppt/notesSlides/notesSlide4.xml" Id="R2aa554054c2b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5c8c3c2fc4aee" /><Relationship Type="http://schemas.openxmlformats.org/officeDocument/2006/relationships/notesSlide" Target="/ppt/notesSlides/notesSlide5.xml" Id="Rc81734988e8f4c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f0be35ec34a3e" /><Relationship Type="http://schemas.openxmlformats.org/officeDocument/2006/relationships/notesSlide" Target="/ppt/notesSlides/notesSlide6.xml" Id="Re35a8347b7ad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60445795248dc" /><Relationship Type="http://schemas.openxmlformats.org/officeDocument/2006/relationships/notesSlide" Target="/ppt/notesSlides/notesSlide7.xml" Id="R6260247cf64b4d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2769a159948d8" /><Relationship Type="http://schemas.openxmlformats.org/officeDocument/2006/relationships/notesSlide" Target="/ppt/notesSlides/notesSlide8.xml" Id="R1de47ecc1c074e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57d369e574745" /><Relationship Type="http://schemas.openxmlformats.org/officeDocument/2006/relationships/notesSlide" Target="/ppt/notesSlides/notesSlide9.xml" Id="R7cb0ce1f801441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504a33b604a9f" /><Relationship Type="http://schemas.openxmlformats.org/officeDocument/2006/relationships/notesSlide" Target="/ppt/notesSlides/notesSlide10.xml" Id="R4293db18a6bf4c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d74140a41410e" /><Relationship Type="http://schemas.openxmlformats.org/officeDocument/2006/relationships/notesSlide" Target="/ppt/notesSlides/notesSlide11.xml" Id="Rb6f9092a8ffe42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a5ddf772445e3" /><Relationship Type="http://schemas.openxmlformats.org/officeDocument/2006/relationships/notesSlide" Target="/ppt/notesSlides/notesSlide12.xml" Id="R1cf29bb4fabe46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ca232b67c478c" /><Relationship Type="http://schemas.openxmlformats.org/officeDocument/2006/relationships/notesSlide" Target="/ppt/notesSlides/notesSlide13.xml" Id="R4d1a78c413d34b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0eee6fe34424b" /><Relationship Type="http://schemas.openxmlformats.org/officeDocument/2006/relationships/notesSlide" Target="/ppt/notesSlides/notesSlide14.xml" Id="R69e758798fd141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c397546784fe4" /><Relationship Type="http://schemas.openxmlformats.org/officeDocument/2006/relationships/notesSlide" Target="/ppt/notesSlides/notesSlide15.xml" Id="R8b564773682246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1a6a2d6854f77" /><Relationship Type="http://schemas.openxmlformats.org/officeDocument/2006/relationships/notesSlide" Target="/ppt/notesSlides/notesSlide16.xml" Id="R1e042ce22fde42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0c61f9bfa4a11" /><Relationship Type="http://schemas.openxmlformats.org/officeDocument/2006/relationships/notesSlide" Target="/ppt/notesSlides/notesSlide17.xml" Id="Rcfc4854334d046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367a4cd3349d7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E3A5-747F-405A-9E55-AE34ED1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990a11f3344bf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E03F-4117-468C-99FB-E1F16C1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8CB-D064-4713-BB3D-81B1FFC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9A1A-F29D-49C3-9C4B-72AA901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7EF4-5E73-4E85-9CB0-EC15D1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65C-8E6E-4323-9D95-F2FBA83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B13B-FC65-4DD0-8E3C-C53DDBC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407A-5AB4-4730-9513-6807F2E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Nhóm DCID</a:t>
            </a:r>
          </a:p>
        </p:txBody>
      </p:sp>
    </p:spTree>
    <p:extLst>
      <p:ext uri="{BB962C8B-B14F-4D97-AF65-F5344CB8AC3E}">
        <p14:creationId xmlns:p14="http://schemas.microsoft.com/office/powerpoint/2010/main" val="463491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AE958-3270-4368-AFF5-52AE64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F69-0A53-4750-B377-B2FD799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CBB8-22C4-4FA7-9E3D-0DE2C4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7E92-09C2-4E15-BFB3-97C8071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64AB-13C5-4DF0-A5B7-E102062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9618-E426-4A05-93F2-CBB9593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AF29-58F4-4C61-8012-E2DD0B8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D78-04B9-452C-ACC6-A66E24D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E155-F433-4827-AF66-17A54889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Hải Đông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71CD-DBDD-48E7-8C62-9239388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Leader · Backend ·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5E5-B3E7-47B7-ADE1-BAED22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Điều phối · Auth/RBAC · version ·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29F2-AAFE-411D-93D0-98DC43C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53C05-7A78-436E-8D32-A8B06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Lê Nhật Huy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7554-4900-4CAA-8440-F654F23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Phó nhóm · AI/RAG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2EF0A-44B5-435B-88F7-B9378E0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tích hợp Backend–AI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BE3A-CF8E-4BEE-BF67-7DBEA1D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B942-B117-4D0C-8507-C618711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79EE6-F17F-4A1A-B448-652A77B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Anh Vũ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7DFB2-A25C-411D-9547-E46EA7C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 / Full-stack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9D23F-CD13-4089-B70C-C60DEF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· dữ liệu · tích hợp giao diện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B51F-55A8-47DA-AAD8-134EC08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F4B6-DAB5-4D18-AF6E-29EC10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Nguyễn Minh Hà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01B5-24C3-47E8-9F8F-A8CD3E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· Evaluation · Tài liệu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9899-AE26-4A58-8782-FF64EBD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chuẩn hóa tài liệu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E37E1-CF2E-4037-9E2B-23D4F1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84BF0-C40F-465D-AA0E-93717E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D0F4-7512-4327-8A64-3E3383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Dương Anh Vũ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CED76-E36F-4EEF-83CF-EDD5BFA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C59D-4C15-46FF-BCCB-A8A893E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8406A-72DE-4790-BB2D-FD0F419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6787A-6D15-4913-B858-5B9C3BA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AA993-30A1-43A2-9011-58974F6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2/17</a:t>
            </a:r>
          </a:p>
        </p:txBody>
      </p:sp>
    </p:spTree>
    <p:extLst>
      <p:ext uri="{BB962C8B-B14F-4D97-AF65-F5344CB8AC3E}">
        <p14:creationId xmlns:p14="http://schemas.microsoft.com/office/powerpoint/2010/main" val="42013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C779B-4351-4D9B-ADE7-DE41989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441D-73F7-4AE3-AD63-798D138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8EE6-E13F-43A3-8A24-9DF52D2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D442-BE7B-4898-BED2-85FE98F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FE9E-EC3E-42BD-A2EA-B54FC5E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AE5C-2801-4C5A-8A44-3C7930A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CCE-C7BA-43AC-AE0A-B34F385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EF48-1D7B-40D5-B08E-2B4D10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E33BF-45F2-42AD-A273-A948BE4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5B46-03A0-49CF-9FC5-4811FA8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DC15-8579-40B6-83D0-10D439D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9789-00F8-4C4D-A461-FD664F1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A633-6E80-4CA0-9D23-D72D68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F5BF-7AF4-4F62-83FF-A012E69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D376-05CF-43D7-B65B-8620205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2C4D-5A24-4937-90DF-165AF4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3C0E-0B48-4227-8855-32573AF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D2C2-A9AB-484C-B657-2B8D1C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2C2ED-3D52-4A2A-865C-73491DA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5144-A6E8-48E7-BDA4-B17A900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3/17</a:t>
            </a:r>
          </a:p>
        </p:txBody>
      </p:sp>
    </p:spTree>
    <p:extLst>
      <p:ext uri="{BB962C8B-B14F-4D97-AF65-F5344CB8AC3E}">
        <p14:creationId xmlns:p14="http://schemas.microsoft.com/office/powerpoint/2010/main" val="164248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477D5-4627-479F-8E98-2D967E4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34E-E05B-42D0-BBAE-2BE776B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03C13-438E-44BA-93A4-8F86E6E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6492-89D8-4BE2-B79E-B8B3EE6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F7D-29B5-4519-AF57-4AE96D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3BD1-6D6E-44A8-AE81-D0F63E9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0CD-2579-4068-A040-ECC4B1C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153F-C6BA-4639-80BB-6FEE8DE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626E-11B4-4963-B0BE-EF4956B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C063-948D-4653-BB0B-0AEF70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320-467D-45F7-9D1B-DEFF56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D22F-B668-4D3D-9FE8-CD9FEC5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DB346-330F-4A95-BD4C-8F241B7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1DDC-E9F7-4C73-ADDB-8BBE591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037-D86B-4929-AD67-883CEA4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3F08-7024-44F3-9200-CFC50F4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DC30-6917-49AD-876C-106E948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EC1E-851D-4F31-9826-BA1BF2E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E3DC-D815-4FB6-9D30-4E76712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1D95-6181-412D-8444-7309CA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8E5-E865-45C9-8E26-071CDFE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8EE8-05BA-4AEC-892C-DB304F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7F62F-DF23-47C4-B464-E9DD37F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7AC62-8B3C-4D50-A911-EE15D92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95CB-A8F3-49FD-80F3-85FC573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908F-05D1-402D-AAD2-CA8D501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4/17</a:t>
            </a:r>
          </a:p>
        </p:txBody>
      </p:sp>
    </p:spTree>
    <p:extLst>
      <p:ext uri="{BB962C8B-B14F-4D97-AF65-F5344CB8AC3E}">
        <p14:creationId xmlns:p14="http://schemas.microsoft.com/office/powerpoint/2010/main" val="108749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5/17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6/17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Từng công nghệ khớp với một nhiệm vụ trong luồng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NHIỆM VỤ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THÀNH PHẦN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Giao diện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Web/Android, state, REST và 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Chính sách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JWT/RBAC, lifecycle, audit và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Pydantic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Contract ingest / query / stream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Xử lý nền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Celery · Redis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Queue OCR/embed, retry và progress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Document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PyMuPDF · PaddleOCR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Text, layout, bảng và bbox crop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RAG &amp; đáp án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e5 · BM25 · Qdrant · Local LLM/VLM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Hybrid retrieve → grounded answer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7/17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87444-BC24-4078-86F0-9EB5E10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1DEA-C228-48B5-ACC9-D3E9760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1D6C-463F-4806-9E95-6173C0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682A-8662-4DA4-B66D-E3C9A5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7004-5A74-41D2-AE04-E341F75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71B1-15E0-4C3F-A89B-7C9EAA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9F2E-CEDF-4603-B886-580032D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5406-A54C-4E53-8978-50B215D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88F8-A194-4F7E-9928-0CDDBF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306D2-8931-4ECA-9E76-8A81171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9890-588D-4EF9-AF00-8CA2FF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732D-F489-463E-9586-0D26A18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BD56-A450-4845-A89B-70D9FA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63FA6-DD9C-4917-830C-12918FC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2027F-B370-4700-B509-6745595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8/17</a:t>
            </a:r>
          </a:p>
        </p:txBody>
      </p:sp>
    </p:spTree>
    <p:extLst>
      <p:ext uri="{BB962C8B-B14F-4D97-AF65-F5344CB8AC3E}">
        <p14:creationId xmlns:p14="http://schemas.microsoft.com/office/powerpoint/2010/main" val="1840874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9/17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AI 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ingest chạy bất đồng bộ, có callback trạng thái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QA upload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Backend kiểm quyền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MinIO + version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Celery lấy PDF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PyMuPDF / 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Chunk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e5 embedding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upsert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Đảm bảo nhất quán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 là nguồn trạng thái: callback READY/FAILED mới kết thúc vòng đời PROCESSING.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10/17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11/17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AI QUERY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qua quyền và guardrail trước khi sinh đáp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7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JWT + question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 lọc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 +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e5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chunks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numeric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Answer + citation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+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Đường trả lời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trả AnswerDTO → Backend ghi query_log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Flutter mở đúng trang và bbox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Đường từ chối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locked = true hoặc gắn nhãn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kỹ sư kiểm tra tài liệu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Query chạy đồng bộ; SSE chỉ đổi cách truyền token, không bỏ policy hay guardrail.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12/17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13/17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ERD quan hệ: version là trục của tài liệu và truy vấn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PK id ·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PK id · machine_code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DOC_VERSIONS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PK id · FK document_id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FK actor_id · FK version_id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actor_id · resource_id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DOC_PAGES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FK version_id · page_no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GUEST_SESSIONS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PK id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Quan hệ mở rộng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WORK_ORDERS · FK version_id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 · feedback / note / 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GUEST_DOCUMENTS · FK session_id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Khóa ngoại giữ quan hệ; vector chunk không lưu trong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14/17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Mỗi loại dữ liệu có một nguồn sự thật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API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· Admin · tích hợp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BACKEND · SINGLE WRITER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· JPA · Flyway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Ghi metadata &amp; trạng thái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RBAC trước mọi truy cập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Proxy file có JWT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mọi thay đổi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· INDEXER &amp; READER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Đọc PDF từ MinIO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Ghi vector + payload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Đọc evidence Top-K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Callback READY /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source of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· page · crop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 · vector · bbox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· cache · TTL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15/17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9DAD-4702-4889-9603-DBA811B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0BFC-3799-4073-B1D5-A8A47C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đánh giá khoa học còn thiếu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D632-A514-4AB9-BD28-5FFBB2B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E98-F6B4-43DD-BD66-073D5B1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07EE-19EF-4796-8020-68516F3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813A-E8CC-44C4-90C1-0A300B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F40D-70A7-46A2-92A1-C6934BA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24E-3C76-4D60-BD23-512C3BE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DF25-7EC8-425D-ACBC-F14EE19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1F4A-4A77-4DA7-B4AC-F9603FB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9DBE-7262-40E9-A06C-99FD583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95E-1F61-4917-8577-32720B3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AE93-5FE7-4E81-8F78-DD49FF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16/17</a:t>
            </a:r>
          </a:p>
        </p:txBody>
      </p:sp>
    </p:spTree>
    <p:extLst>
      <p:ext uri="{BB962C8B-B14F-4D97-AF65-F5344CB8AC3E}">
        <p14:creationId xmlns:p14="http://schemas.microsoft.com/office/powerpoint/2010/main" val="2893756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4C08-B0E2-4CBB-8498-80F960F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3324-ED05-4E2F-9F8B-9EFA278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B43A-4467-4A41-8ADC-89D0CA9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A36C-5199-41DA-9EE9-BF02C3E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76D-8D70-4188-83E2-EAB1D7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2AC7-7DCB-43D1-9F42-553675F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D25F-6881-4394-83D9-37B088F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2CC6-E433-4F44-820F-7625F6F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FE69-B2B4-4E35-85CC-A567059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DA5EA-27FC-45BD-B264-90ECA9F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EAB7-9D82-4D22-8234-CAB7774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36F95-3051-461B-9C40-9ED7EA9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1967-2874-4438-9A0D-45345F9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91B2-5565-4280-8ACC-FF068F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6386-3ECD-4B50-BEEA-C4B5EC4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9D36-A828-4B11-A79F-A23D469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8113-B9EE-4094-901F-7541BF0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A1B7-130C-4524-9CF7-A287A97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A537-707D-41FA-AF06-7372973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4EB6E-D622-4464-B254-4123FEE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17/17</a:t>
            </a:r>
          </a:p>
        </p:txBody>
      </p:sp>
    </p:spTree>
    <p:extLst>
      <p:ext uri="{BB962C8B-B14F-4D97-AF65-F5344CB8AC3E}">
        <p14:creationId xmlns:p14="http://schemas.microsoft.com/office/powerpoint/2010/main" val="898010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2026-08-19T14:09:53.7070000Z</dcterms:created>
  <dcterms:modified xsi:type="dcterms:W3CDTF">2026-08-19T14:09:53.7070000Z</dcterms:modified>
</coreProperties>
</file>