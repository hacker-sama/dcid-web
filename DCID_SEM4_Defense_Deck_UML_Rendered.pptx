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ac4a554be4184" /><Relationship Type="http://schemas.openxmlformats.org/officeDocument/2006/relationships/extended-properties" Target="/docProps/app.xml" Id="R4a6be8316f3143e9" /><Relationship Type="http://schemas.openxmlformats.org/officeDocument/2006/relationships/officeDocument" Target="/ppt/presentation.xml" Id="R7050455d5982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7f75546f75464e"/>
  </p:sldMasterIdLst>
  <p:notesMasterIdLst>
    <p:notesMasterId xmlns:r="http://schemas.openxmlformats.org/officeDocument/2006/relationships" r:id="R2be32e96f8b84d07"/>
  </p:notesMasterIdLst>
  <p:sldIdLst>
    <p:sldId xmlns:r="http://schemas.openxmlformats.org/officeDocument/2006/relationships" id="256" r:id="Ra6e4b51f0c8d4807"/>
    <p:sldId xmlns:r="http://schemas.openxmlformats.org/officeDocument/2006/relationships" id="257" r:id="R54de0d6727654e85"/>
    <p:sldId xmlns:r="http://schemas.openxmlformats.org/officeDocument/2006/relationships" id="258" r:id="Rc8304177931e4c1a"/>
    <p:sldId xmlns:r="http://schemas.openxmlformats.org/officeDocument/2006/relationships" id="259" r:id="R85538e04b3f847dc"/>
    <p:sldId xmlns:r="http://schemas.openxmlformats.org/officeDocument/2006/relationships" id="260" r:id="R7fd46ad11fbb4c5d"/>
    <p:sldId xmlns:r="http://schemas.openxmlformats.org/officeDocument/2006/relationships" id="261" r:id="R5711b14aaca54790"/>
    <p:sldId xmlns:r="http://schemas.openxmlformats.org/officeDocument/2006/relationships" id="262" r:id="Re002b911f1934d5e"/>
    <p:sldId xmlns:r="http://schemas.openxmlformats.org/officeDocument/2006/relationships" id="263" r:id="R33e5ab451fa3494e"/>
    <p:sldId xmlns:r="http://schemas.openxmlformats.org/officeDocument/2006/relationships" id="264" r:id="R991fa82494974c71"/>
    <p:sldId xmlns:r="http://schemas.openxmlformats.org/officeDocument/2006/relationships" id="265" r:id="R3b359fd762df410d"/>
    <p:sldId xmlns:r="http://schemas.openxmlformats.org/officeDocument/2006/relationships" id="266" r:id="R248b9465e73a4a78"/>
    <p:sldId xmlns:r="http://schemas.openxmlformats.org/officeDocument/2006/relationships" id="267" r:id="Rdbea2f18897d4c6a"/>
    <p:sldId xmlns:r="http://schemas.openxmlformats.org/officeDocument/2006/relationships" id="268" r:id="R671ea6508c944436"/>
    <p:sldId xmlns:r="http://schemas.openxmlformats.org/officeDocument/2006/relationships" id="269" r:id="R452810a1506f49e6"/>
    <p:sldId xmlns:r="http://schemas.openxmlformats.org/officeDocument/2006/relationships" id="270" r:id="Rb77c405bba524e9e"/>
    <p:sldId xmlns:r="http://schemas.openxmlformats.org/officeDocument/2006/relationships" id="271" r:id="R3c04065606d84517"/>
    <p:sldId xmlns:r="http://schemas.openxmlformats.org/officeDocument/2006/relationships" id="272" r:id="R29ad7495f8ac42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51ae4ddf2b4aad" /><Relationship Type="http://schemas.openxmlformats.org/officeDocument/2006/relationships/slideMaster" Target="/ppt/slideMasters/slideMaster1.xml" Id="R937f75546f75464e" /><Relationship Type="http://schemas.openxmlformats.org/officeDocument/2006/relationships/notesMaster" Target="/ppt/notesMasters/notesMaster1.xml" Id="R2be32e96f8b84d07" /><Relationship Type="http://schemas.openxmlformats.org/officeDocument/2006/relationships/presProps" Target="/ppt/presProps.xml" Id="R527ff1d1eac34167" /><Relationship Type="http://schemas.openxmlformats.org/officeDocument/2006/relationships/tableStyles" Target="/ppt/tableStyles.xml" Id="R88d133f0cfba4dff" /><Relationship Type="http://schemas.openxmlformats.org/officeDocument/2006/relationships/slide" Target="/ppt/slides/slide1.xml" Id="Ra6e4b51f0c8d4807" /><Relationship Type="http://schemas.openxmlformats.org/officeDocument/2006/relationships/slide" Target="/ppt/slides/slide2.xml" Id="R54de0d6727654e85" /><Relationship Type="http://schemas.openxmlformats.org/officeDocument/2006/relationships/slide" Target="/ppt/slides/slide3.xml" Id="Rc8304177931e4c1a" /><Relationship Type="http://schemas.openxmlformats.org/officeDocument/2006/relationships/slide" Target="/ppt/slides/slide4.xml" Id="R85538e04b3f847dc" /><Relationship Type="http://schemas.openxmlformats.org/officeDocument/2006/relationships/slide" Target="/ppt/slides/slide5.xml" Id="R7fd46ad11fbb4c5d" /><Relationship Type="http://schemas.openxmlformats.org/officeDocument/2006/relationships/slide" Target="/ppt/slides/slide6.xml" Id="R5711b14aaca54790" /><Relationship Type="http://schemas.openxmlformats.org/officeDocument/2006/relationships/slide" Target="/ppt/slides/slide7.xml" Id="Re002b911f1934d5e" /><Relationship Type="http://schemas.openxmlformats.org/officeDocument/2006/relationships/slide" Target="/ppt/slides/slide8.xml" Id="R33e5ab451fa3494e" /><Relationship Type="http://schemas.openxmlformats.org/officeDocument/2006/relationships/slide" Target="/ppt/slides/slide9.xml" Id="R991fa82494974c71" /><Relationship Type="http://schemas.openxmlformats.org/officeDocument/2006/relationships/slide" Target="/ppt/slides/slide10.xml" Id="R3b359fd762df410d" /><Relationship Type="http://schemas.openxmlformats.org/officeDocument/2006/relationships/slide" Target="/ppt/slides/slide11.xml" Id="R248b9465e73a4a78" /><Relationship Type="http://schemas.openxmlformats.org/officeDocument/2006/relationships/slide" Target="/ppt/slides/slide12.xml" Id="Rdbea2f18897d4c6a" /><Relationship Type="http://schemas.openxmlformats.org/officeDocument/2006/relationships/slide" Target="/ppt/slides/slide13.xml" Id="R671ea6508c944436" /><Relationship Type="http://schemas.openxmlformats.org/officeDocument/2006/relationships/slide" Target="/ppt/slides/slide14.xml" Id="R452810a1506f49e6" /><Relationship Type="http://schemas.openxmlformats.org/officeDocument/2006/relationships/slide" Target="/ppt/slides/slide15.xml" Id="Rb77c405bba524e9e" /><Relationship Type="http://schemas.openxmlformats.org/officeDocument/2006/relationships/slide" Target="/ppt/slides/slide16.xml" Id="R3c04065606d84517" /><Relationship Type="http://schemas.openxmlformats.org/officeDocument/2006/relationships/slide" Target="/ppt/slides/slide17.xml" Id="R29ad7495f8ac42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61fb236d640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51bab2152a4dec" /><Relationship Type="http://schemas.openxmlformats.org/officeDocument/2006/relationships/notesMaster" Target="/ppt/notesMasters/notesMaster1.xml" Id="R777a4d6edfa7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1a3a1839ea49bc" /><Relationship Type="http://schemas.openxmlformats.org/officeDocument/2006/relationships/notesMaster" Target="/ppt/notesMasters/notesMaster1.xml" Id="Rc68d3713902b4d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1d0cdf9d743ca" /><Relationship Type="http://schemas.openxmlformats.org/officeDocument/2006/relationships/notesMaster" Target="/ppt/notesMasters/notesMaster1.xml" Id="R9117add28cdd48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75dc86a5d946b7" /><Relationship Type="http://schemas.openxmlformats.org/officeDocument/2006/relationships/notesMaster" Target="/ppt/notesMasters/notesMaster1.xml" Id="Rea05b966fa0d4a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64d4b36f1433e" /><Relationship Type="http://schemas.openxmlformats.org/officeDocument/2006/relationships/notesMaster" Target="/ppt/notesMasters/notesMaster1.xml" Id="R628181e8552f40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7304b841b4959" /><Relationship Type="http://schemas.openxmlformats.org/officeDocument/2006/relationships/notesMaster" Target="/ppt/notesMasters/notesMaster1.xml" Id="R89b4b6e654234a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0e97fa72654dfe" /><Relationship Type="http://schemas.openxmlformats.org/officeDocument/2006/relationships/notesMaster" Target="/ppt/notesMasters/notesMaster1.xml" Id="Raa99a1efeceb46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f68e668934048" /><Relationship Type="http://schemas.openxmlformats.org/officeDocument/2006/relationships/notesMaster" Target="/ppt/notesMasters/notesMaster1.xml" Id="Rdcb35be689694b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5db2c7250a4dcf" /><Relationship Type="http://schemas.openxmlformats.org/officeDocument/2006/relationships/notesMaster" Target="/ppt/notesMasters/notesMaster1.xml" Id="Rc7bd492375b948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aa7cd79af45e5" /><Relationship Type="http://schemas.openxmlformats.org/officeDocument/2006/relationships/notesMaster" Target="/ppt/notesMasters/notesMaster1.xml" Id="Rd7c934cc29514a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3395e7c4ab4141" /><Relationship Type="http://schemas.openxmlformats.org/officeDocument/2006/relationships/notesMaster" Target="/ppt/notesMasters/notesMaster1.xml" Id="R18a5252e131b45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a759bf487c4640" /><Relationship Type="http://schemas.openxmlformats.org/officeDocument/2006/relationships/notesMaster" Target="/ppt/notesMasters/notesMaster1.xml" Id="Rdb791164ae4247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ccb91a92084a9c" /><Relationship Type="http://schemas.openxmlformats.org/officeDocument/2006/relationships/notesMaster" Target="/ppt/notesMasters/notesMaster1.xml" Id="Radb573066a134a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55bcd1fc74e1a" /><Relationship Type="http://schemas.openxmlformats.org/officeDocument/2006/relationships/notesMaster" Target="/ppt/notesMasters/notesMaster1.xml" Id="Rf874400e64334d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73197255444eaf" /><Relationship Type="http://schemas.openxmlformats.org/officeDocument/2006/relationships/notesMaster" Target="/ppt/notesMasters/notesMaster1.xml" Id="R22f0e7d57bd147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dc9a1da4354114" /><Relationship Type="http://schemas.openxmlformats.org/officeDocument/2006/relationships/notesMaster" Target="/ppt/notesMasters/notesMaster1.xml" Id="R7438954a94be46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ae80609da241fd" /><Relationship Type="http://schemas.openxmlformats.org/officeDocument/2006/relationships/notesMaster" Target="/ppt/notesMasters/notesMaster1.xml" Id="R8ae36019aec248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render từ Mermaid kiến trúc tổng thể. Đọc từ trái sang phải: Client → Governance → AI → các kho lưu trữ; callback quay lại Backend để cập nhật trạng thái.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2.1, lines 45-98)</a:t>
            </a:r>
          </a:p>
          <a:p xmlns:a="http://schemas.openxmlformats.org/drawingml/2006/main">
            <a:r>
              <a:t>- C:/project/new/dcid-web/docs/ARCHITECTURE.md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render từ Mermaid sequence ingestion. Backend trả nhận yêu cầu sớm; Celery xử lý OCR, chunk, embedding và Qdrant trước khi callback READY/FAILED.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A2, lines 277-306)</a:t>
            </a:r>
          </a:p>
          <a:p xmlns:a="http://schemas.openxmlformats.org/drawingml/2006/main">
            <a:r>
              <a:t>- C:/project/new/dcid-web/docs/ai_processing.puml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render từ Mermaid guardrail. Thiếu bằng chứng thì khóa; đủ bằng chứng thì giữ nguyên số liệu hoặc gọi Local LLM/VLM rồi gắn citation trang, bbox và snippet.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5.4, lines 384-399)</a:t>
            </a:r>
          </a:p>
          <a:p xmlns:a="http://schemas.openxmlformats.org/drawingml/2006/main">
            <a:r>
              <a:t>- C:/project/new/dcid-web/docs/ai_sequence.puml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ERD render từ Mermaid trong báo cáo và docs/ERD.md. Trục chính là documents → document_versions → document_pages; query_logs và work_orders cùng tham chiếu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3.2, lines 123-220)</a:t>
            </a:r>
          </a:p>
          <a:p xmlns:a="http://schemas.openxmlformats.org/drawingml/2006/main">
            <a:r>
              <a:t>- C:/project/new/dcid-web/docs/ERD.md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machine render từ Mermaid. Chỉ version ACTIVE được retrieval và database bảo đảm tối đa một ACTIVE trên mỗi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3.3, lines 224-235)</a:t>
            </a:r>
          </a:p>
          <a:p xmlns:a="http://schemas.openxmlformats.org/drawingml/2006/main">
            <a:r>
              <a:t>- C:/project/new/dcid-web/docs/ERD.md (section 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38701f626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ac9ce0992847e1" /><Relationship Type="http://schemas.openxmlformats.org/officeDocument/2006/relationships/slideLayout" Target="/ppt/slideLayouts/slideLayout1.xml" Id="R0f7b16a5c58c48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b16a5c58c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1245706364dbd" /><Relationship Type="http://schemas.openxmlformats.org/officeDocument/2006/relationships/image" Target="/ppt/media/image.png" Id="R31fb53e3673342c1" /><Relationship Type="http://schemas.openxmlformats.org/officeDocument/2006/relationships/image" Target="/ppt/media/image2.png" Id="Rd7f3741a8da246dd" /><Relationship Type="http://schemas.openxmlformats.org/officeDocument/2006/relationships/notesSlide" Target="/ppt/notesSlides/notesSlide1.xml" Id="Rb172133c1768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de16066d94e6d" /><Relationship Type="http://schemas.openxmlformats.org/officeDocument/2006/relationships/notesSlide" Target="/ppt/notesSlides/notesSlide2.xml" Id="R00ccb4af0d25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2aa005d614ee0" /><Relationship Type="http://schemas.openxmlformats.org/officeDocument/2006/relationships/notesSlide" Target="/ppt/notesSlides/notesSlide3.xml" Id="Rd3f8c923d76a4f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8a14cab824568" /><Relationship Type="http://schemas.openxmlformats.org/officeDocument/2006/relationships/notesSlide" Target="/ppt/notesSlides/notesSlide4.xml" Id="Rfd8e5ecf74cc43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48932e6f94430" /><Relationship Type="http://schemas.openxmlformats.org/officeDocument/2006/relationships/notesSlide" Target="/ppt/notesSlides/notesSlide5.xml" Id="Rb5ae1a1ef79543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b283812e4424c" /><Relationship Type="http://schemas.openxmlformats.org/officeDocument/2006/relationships/notesSlide" Target="/ppt/notesSlides/notesSlide6.xml" Id="R3526c50beb134a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8d05a588548f2" /><Relationship Type="http://schemas.openxmlformats.org/officeDocument/2006/relationships/image" Target="/ppt/media/image3.png" Id="R59188e0c3627443a" /><Relationship Type="http://schemas.openxmlformats.org/officeDocument/2006/relationships/notesSlide" Target="/ppt/notesSlides/notesSlide7.xml" Id="Rc6aabe1b7a8b4f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a5fa855f447d" /><Relationship Type="http://schemas.openxmlformats.org/officeDocument/2006/relationships/notesSlide" Target="/ppt/notesSlides/notesSlide8.xml" Id="Rb44f6caae3e842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c679c68da416a" /><Relationship Type="http://schemas.openxmlformats.org/officeDocument/2006/relationships/notesSlide" Target="/ppt/notesSlides/notesSlide9.xml" Id="R2b39edb67d5445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a6411761b4cd9" /><Relationship Type="http://schemas.openxmlformats.org/officeDocument/2006/relationships/image" Target="/ppt/media/image4.png" Id="Rcf92d8863e0d41dd" /><Relationship Type="http://schemas.openxmlformats.org/officeDocument/2006/relationships/notesSlide" Target="/ppt/notesSlides/notesSlide10.xml" Id="Rec33d611483b4f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161b82b23476e" /><Relationship Type="http://schemas.openxmlformats.org/officeDocument/2006/relationships/notesSlide" Target="/ppt/notesSlides/notesSlide11.xml" Id="Rc92b2a0e127a43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1087e6e794f91" /><Relationship Type="http://schemas.openxmlformats.org/officeDocument/2006/relationships/image" Target="/ppt/media/image5.png" Id="R9eb6f7f5437a488d" /><Relationship Type="http://schemas.openxmlformats.org/officeDocument/2006/relationships/notesSlide" Target="/ppt/notesSlides/notesSlide12.xml" Id="Rfe6ea5d2e7c147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023c232974a84" /><Relationship Type="http://schemas.openxmlformats.org/officeDocument/2006/relationships/notesSlide" Target="/ppt/notesSlides/notesSlide13.xml" Id="Rc48d0dcac2464d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27e3d42a0453e" /><Relationship Type="http://schemas.openxmlformats.org/officeDocument/2006/relationships/image" Target="/ppt/media/image6.png" Id="Ra37de682b80a4ca2" /><Relationship Type="http://schemas.openxmlformats.org/officeDocument/2006/relationships/notesSlide" Target="/ppt/notesSlides/notesSlide14.xml" Id="R0d28f985d6d442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2fc12f4ee4d9a" /><Relationship Type="http://schemas.openxmlformats.org/officeDocument/2006/relationships/image" Target="/ppt/media/image7.png" Id="R63c2648d3a494e84" /><Relationship Type="http://schemas.openxmlformats.org/officeDocument/2006/relationships/notesSlide" Target="/ppt/notesSlides/notesSlide15.xml" Id="R254aebc602b94f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bca6d38240e4" /><Relationship Type="http://schemas.openxmlformats.org/officeDocument/2006/relationships/notesSlide" Target="/ppt/notesSlides/notesSlide16.xml" Id="R214402c359ea4b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9090684594734" /><Relationship Type="http://schemas.openxmlformats.org/officeDocument/2006/relationships/notesSlide" Target="/ppt/notesSlides/notesSlide17.xml" Id="R92f6628bb734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b53e3673342c1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3741a8da246dd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Nhóm DCID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Hải Đông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Leader · Backend ·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Điều phối · Auth/RBAC · version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Lê Nhật Huy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Phó nhóm · AI/RAG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tích hợp Backend–AI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Anh Vũ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/ Full-stack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· dữ liệu · tích hợp giao diện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Nguyễn Minh Hà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· Evaluation · Tài liệu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chuẩn hóa tài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Dương Anh Vũ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2/17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3/17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Kiến trúc công nghệ: mỗi tầng một trách nhiệm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88e0c3627443a"/>
          <a:stretch xmlns:a="http://schemas.openxmlformats.org/drawingml/2006/main"/>
        </p:blipFill>
        <p:spPr>
          <a:xfrm xmlns:a="http://schemas.openxmlformats.org/drawingml/2006/main">
            <a:off x="476250" y="2753643"/>
            <a:ext cx="11239500" cy="20650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AI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ingest chạy bất đồng bộ, có callback trạng thái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10/17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2d8863e0d41dd"/>
          <a:stretch xmlns:a="http://schemas.openxmlformats.org/drawingml/2006/main"/>
        </p:blipFill>
        <p:spPr>
          <a:xfrm xmlns:a="http://schemas.openxmlformats.org/drawingml/2006/main">
            <a:off x="476250" y="2336817"/>
            <a:ext cx="11239500" cy="28987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AI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qua quyền và guardrail trước khi sinh đáp 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12/17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6f7f5437a488d"/>
          <a:stretch xmlns:a="http://schemas.openxmlformats.org/drawingml/2006/main"/>
        </p:blipFill>
        <p:spPr>
          <a:xfrm xmlns:a="http://schemas.openxmlformats.org/drawingml/2006/main">
            <a:off x="476250" y="2343164"/>
            <a:ext cx="11239500" cy="28860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ERD quan hệ: version là trục của tài liệu và truy vấn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14/17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de682b80a4ca2"/>
          <a:stretch xmlns:a="http://schemas.openxmlformats.org/drawingml/2006/main"/>
        </p:blipFill>
        <p:spPr>
          <a:xfrm xmlns:a="http://schemas.openxmlformats.org/drawingml/2006/main">
            <a:off x="476250" y="1638580"/>
            <a:ext cx="11239500" cy="4295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Vòng đời version kiểm soát tài liệu hiệu lực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15/17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2648d3a494e84"/>
          <a:stretch xmlns:a="http://schemas.openxmlformats.org/drawingml/2006/main"/>
        </p:blipFill>
        <p:spPr>
          <a:xfrm xmlns:a="http://schemas.openxmlformats.org/drawingml/2006/main">
            <a:off x="476250" y="2176011"/>
            <a:ext cx="11239500" cy="3220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16/17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17/17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2026-08-19T15:11:14.2720000Z</dcterms:created>
  <dcterms:modified xsi:type="dcterms:W3CDTF">2026-08-19T15:11:14.2720000Z</dcterms:modified>
</coreProperties>
</file>